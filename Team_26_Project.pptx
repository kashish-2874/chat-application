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ZRkOba3sy/pdpgEUHPZTOR3oZ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6bf0352b0_0_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6bf0352b0_0_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6bf0352b0_0_1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6bf0352b0_0_1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6bf0352b0_0_2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6bf0352b0_0_2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6bf0352b0_0_3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6bf0352b0_0_3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6bf0352b0_0_4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6bf0352b0_0_4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CHATHIVE: Real-Time Chat-Application</a:t>
            </a:r>
            <a:endParaRPr b="0" i="1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Abhish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k(2210991164)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Kashish Girdhar(2210991767)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Kashish Barthwal(2210990495)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Arnav Jain (2210991349)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Dr.Shyam Goyal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ChatHive is a full-stack real-time chat application designed to provide seamless and instant communication between users through a web-based platform. In today’s digital era, fast and reliable messaging systems are essential for personal, professional, and collaborative interactions. This project focuses on building a secure, scalable, and responsive chat system using modern technologies such as React.js for the frontend, Node.js and Express for the backend, and MongoDB for data storage. By leveraging Socket.IO for real-time bidirectional communication, ChatHive ensures instant message delivery without delays.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0" y="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Problem Statement</a:t>
            </a:r>
            <a:endParaRPr sz="4400">
              <a:solidFill>
                <a:srgbClr val="000000"/>
              </a:solidFill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0" y="1173708"/>
            <a:ext cx="8947500" cy="5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In modern communication systems, users expect instant and reliable messaging, but traditional web applications based on HTTP protocols often introduce delays due to their request-response nature. Additionally, many existing chat platforms struggle with scalability, secure authentication, and efficient storage of large volumes of messages and media.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Traditional HTTP-based systems cause </a:t>
            </a:r>
            <a:r>
              <a:rPr b="1" lang="en-US" sz="2000">
                <a:solidFill>
                  <a:schemeClr val="dk1"/>
                </a:solidFill>
              </a:rPr>
              <a:t>delays in messaging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Difficulty in achieving </a:t>
            </a:r>
            <a:r>
              <a:rPr b="1" lang="en-US" sz="2000">
                <a:solidFill>
                  <a:schemeClr val="dk1"/>
                </a:solidFill>
              </a:rPr>
              <a:t>real-time communication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Challenges in </a:t>
            </a:r>
            <a:r>
              <a:rPr b="1" lang="en-US" sz="2000">
                <a:solidFill>
                  <a:schemeClr val="dk1"/>
                </a:solidFill>
              </a:rPr>
              <a:t>secure user authentication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Inefficient handling of </a:t>
            </a:r>
            <a:r>
              <a:rPr b="1" lang="en-US" sz="2000">
                <a:solidFill>
                  <a:schemeClr val="dk1"/>
                </a:solidFill>
              </a:rPr>
              <a:t>chat data and media storage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Need for a </a:t>
            </a:r>
            <a:r>
              <a:rPr b="1" lang="en-US" sz="2000">
                <a:solidFill>
                  <a:schemeClr val="dk1"/>
                </a:solidFill>
              </a:rPr>
              <a:t>scalable and responsive chat application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6bf0352b0_0_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e6bf0352b0_0_1"/>
          <p:cNvSpPr txBox="1"/>
          <p:nvPr/>
        </p:nvSpPr>
        <p:spPr>
          <a:xfrm>
            <a:off x="0" y="0"/>
            <a:ext cx="65100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Execution of Project</a:t>
            </a:r>
            <a:endParaRPr sz="4400">
              <a:solidFill>
                <a:srgbClr val="000000"/>
              </a:solidFill>
            </a:endParaRPr>
          </a:p>
        </p:txBody>
      </p:sp>
      <p:sp>
        <p:nvSpPr>
          <p:cNvPr id="105" name="Google Shape;105;g3e6bf0352b0_0_1"/>
          <p:cNvSpPr txBox="1"/>
          <p:nvPr/>
        </p:nvSpPr>
        <p:spPr>
          <a:xfrm>
            <a:off x="0" y="1150374"/>
            <a:ext cx="9144000" cy="53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React.js, Tailwind CSS</a:t>
            </a:r>
            <a:endParaRPr sz="2800">
              <a:solidFill>
                <a:srgbClr val="000000"/>
              </a:solidFill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Node.js, Express.js, MongoDB,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Sockets</a:t>
            </a:r>
            <a:endParaRPr sz="2800">
              <a:solidFill>
                <a:srgbClr val="000000"/>
              </a:solidFill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Authentication, HTTPS, Secure Storage Practices, Cookies </a:t>
            </a:r>
            <a:endParaRPr sz="2800">
              <a:solidFill>
                <a:srgbClr val="000000"/>
              </a:solidFill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File Handling</a:t>
            </a: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Cloudnary.js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000000"/>
                </a:solidFill>
              </a:rPr>
              <a:t>	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	</a:t>
            </a:r>
            <a:endParaRPr sz="2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	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800">
              <a:solidFill>
                <a:srgbClr val="000000"/>
              </a:solidFill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6bf0352b0_0_1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e6bf0352b0_0_18"/>
          <p:cNvSpPr txBox="1"/>
          <p:nvPr/>
        </p:nvSpPr>
        <p:spPr>
          <a:xfrm>
            <a:off x="0" y="0"/>
            <a:ext cx="65286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Key Learnings </a:t>
            </a:r>
            <a:endParaRPr sz="4400">
              <a:solidFill>
                <a:srgbClr val="000000"/>
              </a:solidFill>
            </a:endParaRPr>
          </a:p>
        </p:txBody>
      </p:sp>
      <p:sp>
        <p:nvSpPr>
          <p:cNvPr id="112" name="Google Shape;112;g3e6bf0352b0_0_18"/>
          <p:cNvSpPr txBox="1"/>
          <p:nvPr/>
        </p:nvSpPr>
        <p:spPr>
          <a:xfrm>
            <a:off x="193416" y="1050517"/>
            <a:ext cx="8411100" cy="48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000000"/>
              </a:solidFill>
            </a:endParaRPr>
          </a:p>
        </p:txBody>
      </p:sp>
      <p:sp>
        <p:nvSpPr>
          <p:cNvPr id="113" name="Google Shape;113;g3e6bf0352b0_0_18"/>
          <p:cNvSpPr txBox="1"/>
          <p:nvPr/>
        </p:nvSpPr>
        <p:spPr>
          <a:xfrm>
            <a:off x="138552" y="970131"/>
            <a:ext cx="87048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Real-Time Communication:</a:t>
            </a:r>
            <a:r>
              <a:rPr lang="en-US" sz="2000">
                <a:solidFill>
                  <a:schemeClr val="dk1"/>
                </a:solidFill>
              </a:rPr>
              <a:t> Learned how to implement instant messaging using Socket.IO and WebSockets.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Full-Stack Development:</a:t>
            </a:r>
            <a:r>
              <a:rPr lang="en-US" sz="2000">
                <a:solidFill>
                  <a:schemeClr val="dk1"/>
                </a:solidFill>
              </a:rPr>
              <a:t> Gained experience in integrating frontend, backend, and database systems.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Authentication &amp; Security:</a:t>
            </a:r>
            <a:r>
              <a:rPr lang="en-US" sz="2000">
                <a:solidFill>
                  <a:schemeClr val="dk1"/>
                </a:solidFill>
              </a:rPr>
              <a:t> Understood secure login systems using JWT, cookies, and HTTPS practices.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Database Management:</a:t>
            </a:r>
            <a:r>
              <a:rPr lang="en-US" sz="2000">
                <a:solidFill>
                  <a:schemeClr val="dk1"/>
                </a:solidFill>
              </a:rPr>
              <a:t> Learned to design and manage NoSQL databases like MongoDB for chat data.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API Development:</a:t>
            </a:r>
            <a:r>
              <a:rPr lang="en-US" sz="2000">
                <a:solidFill>
                  <a:schemeClr val="dk1"/>
                </a:solidFill>
              </a:rPr>
              <a:t> Built and tested RESTful APIs using Node.js and Express.js.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Cloud Integration:</a:t>
            </a:r>
            <a:r>
              <a:rPr lang="en-US" sz="2000">
                <a:solidFill>
                  <a:schemeClr val="dk1"/>
                </a:solidFill>
              </a:rPr>
              <a:t> Implemented Cloudinary for efficient image storage and delivery.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solidFill>
                  <a:schemeClr val="dk1"/>
                </a:solidFill>
              </a:rPr>
              <a:t>Error Handling &amp; Debugging:</a:t>
            </a:r>
            <a:r>
              <a:rPr lang="en-US" sz="2000">
                <a:solidFill>
                  <a:schemeClr val="dk1"/>
                </a:solidFill>
              </a:rPr>
              <a:t> Improved ability to handle runtime errors and debug applications.</a:t>
            </a:r>
            <a:endParaRPr b="1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6bf0352b0_0_23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g3e6bf0352b0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00" y="1077825"/>
            <a:ext cx="5790250" cy="29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e6bf0352b0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600" y="3650050"/>
            <a:ext cx="4789775" cy="28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e6bf0352b0_0_23"/>
          <p:cNvSpPr txBox="1"/>
          <p:nvPr/>
        </p:nvSpPr>
        <p:spPr>
          <a:xfrm>
            <a:off x="-1" y="0"/>
            <a:ext cx="65100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  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Snapshots</a:t>
            </a:r>
            <a:endParaRPr sz="4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6bf0352b0_0_3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g3e6bf0352b0_0_37"/>
          <p:cNvSpPr txBox="1"/>
          <p:nvPr/>
        </p:nvSpPr>
        <p:spPr>
          <a:xfrm>
            <a:off x="18288" y="1003996"/>
            <a:ext cx="89667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78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1" lang="en-US" sz="2000">
                <a:solidFill>
                  <a:schemeClr val="dk1"/>
                </a:solidFill>
              </a:rPr>
              <a:t>Successful Implementation:</a:t>
            </a:r>
            <a:r>
              <a:rPr lang="en-US" sz="2000">
                <a:solidFill>
                  <a:schemeClr val="dk1"/>
                </a:solidFill>
              </a:rPr>
              <a:t> Developed a fully functional real-time chat application with core features.</a:t>
            </a:r>
            <a:endParaRPr sz="2000">
              <a:solidFill>
                <a:schemeClr val="dk1"/>
              </a:solidFill>
            </a:endParaRPr>
          </a:p>
          <a:p>
            <a:pPr indent="-1778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1" lang="en-US" sz="2000">
                <a:solidFill>
                  <a:schemeClr val="dk1"/>
                </a:solidFill>
              </a:rPr>
              <a:t>Real-Time Performance:</a:t>
            </a:r>
            <a:r>
              <a:rPr lang="en-US" sz="2000">
                <a:solidFill>
                  <a:schemeClr val="dk1"/>
                </a:solidFill>
              </a:rPr>
              <a:t> Achieved instant messaging using Socket.IO for seamless communication.</a:t>
            </a:r>
            <a:endParaRPr sz="2000">
              <a:solidFill>
                <a:schemeClr val="dk1"/>
              </a:solidFill>
            </a:endParaRPr>
          </a:p>
          <a:p>
            <a:pPr indent="-1778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1" lang="en-US" sz="2000">
                <a:solidFill>
                  <a:schemeClr val="dk1"/>
                </a:solidFill>
              </a:rPr>
              <a:t>Secure System:</a:t>
            </a:r>
            <a:r>
              <a:rPr lang="en-US" sz="2000">
                <a:solidFill>
                  <a:schemeClr val="dk1"/>
                </a:solidFill>
              </a:rPr>
              <a:t> Ensured data protection through authentication and secure practices.</a:t>
            </a:r>
            <a:endParaRPr sz="2000">
              <a:solidFill>
                <a:schemeClr val="dk1"/>
              </a:solidFill>
            </a:endParaRPr>
          </a:p>
          <a:p>
            <a:pPr indent="-1778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1" lang="en-US" sz="2000">
                <a:solidFill>
                  <a:schemeClr val="dk1"/>
                </a:solidFill>
              </a:rPr>
              <a:t>Scalable Architecture:</a:t>
            </a:r>
            <a:r>
              <a:rPr lang="en-US" sz="2000">
                <a:solidFill>
                  <a:schemeClr val="dk1"/>
                </a:solidFill>
              </a:rPr>
              <a:t> Built a system capable of handling multiple users efficiently.</a:t>
            </a:r>
            <a:endParaRPr sz="2000">
              <a:solidFill>
                <a:schemeClr val="dk1"/>
              </a:solidFill>
            </a:endParaRPr>
          </a:p>
          <a:p>
            <a:pPr indent="-1778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✔"/>
            </a:pPr>
            <a:r>
              <a:rPr b="1" lang="en-US" sz="2000">
                <a:solidFill>
                  <a:schemeClr val="dk1"/>
                </a:solidFill>
              </a:rPr>
              <a:t>Enhanced User Experience:</a:t>
            </a:r>
            <a:r>
              <a:rPr lang="en-US" sz="2000">
                <a:solidFill>
                  <a:schemeClr val="dk1"/>
                </a:solidFill>
              </a:rPr>
              <a:t> Delivered a responsive and interactive UI for smooth usage.</a:t>
            </a:r>
            <a:endParaRPr b="1" sz="2000"/>
          </a:p>
        </p:txBody>
      </p:sp>
      <p:sp>
        <p:nvSpPr>
          <p:cNvPr id="128" name="Google Shape;128;g3e6bf0352b0_0_37"/>
          <p:cNvSpPr txBox="1"/>
          <p:nvPr/>
        </p:nvSpPr>
        <p:spPr>
          <a:xfrm>
            <a:off x="0" y="9661"/>
            <a:ext cx="65235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Conclusion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6bf0352b0_0_49"/>
          <p:cNvSpPr txBox="1"/>
          <p:nvPr/>
        </p:nvSpPr>
        <p:spPr>
          <a:xfrm>
            <a:off x="1297577" y="2821578"/>
            <a:ext cx="6705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e6bf0352b0_0_4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